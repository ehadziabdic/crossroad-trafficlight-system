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" roundtripDataSignature="AMtx7mg/Tww0PHtGgdCumJNeBf5qV+6A8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0" Type="http://customschemas.google.com/relationships/presentationmetadata" Target="metadata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8baf29581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8baf2958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8baf29581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f8baf2958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8baf29581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8baf2958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8baf29581_0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8baf29581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150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drive.google.com/file/d/1Qm_qY_jT7j3iV-j0rfuDBA8EPomXKkmG/view" TargetMode="External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8baf29581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89571" y="451393"/>
            <a:ext cx="4830406" cy="35090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g3f8baf29581_0_5" title="3. Crossroad - PC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01325" y="448500"/>
            <a:ext cx="4803400" cy="3101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g3f8baf29581_0_11" title="3. Crossroad - Schem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74450" y="3034750"/>
            <a:ext cx="4777425" cy="3358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g3f8baf29581_0_17" title="3. Crossroad - Simulation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49600" y="250501"/>
            <a:ext cx="4681824" cy="2633526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2026-09-03T00:43:13Z</dcterms:created>
  <dc:creator>Emin Hadziabdic</dc:creator>
</cp:coreProperties>
</file>